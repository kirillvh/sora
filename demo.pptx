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Gazai Senior AI Engineer — Take-Home Assignment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Overview</a:t>
            </a:r>
          </a:p>
        </p:txBody>
      </p:sp>
      <p:sp>
        <p:nvSpPr>
          <p:cNvPr id="3" name="Content Placeholder 2"/>
          <p:cNvSpPr>
            <a:spLocks noGrp="1"/>
          </p:cNvSpPr>
          <p:nvPr>
            <p:ph idx="1"/>
          </p:nvPr>
        </p:nvSpPr>
        <p:spPr/>
        <p:txBody>
          <a:bodyPr/>
          <a:lstStyle/>
          <a:p>
            <a:pPr/>
            <a:r>
              <a:t>At Gazai we are building **Anini**, the next generation of AI companions. Our characters need to be more than chatbots: they remember you, they stay in character under pressure, they run on a real token budget, and — above all — they are *fun to talk to*.</a:t>
            </a:r>
          </a:p>
          <a:p>
            <a:pPr/>
            <a:r>
              <a:t>You will work on **Sora**, a tech-savvy anime companion. We provide a **working but deliberately lifeless baseline** of Sora in the starter repo. Your job is not to build her from scratch — it is to give her memory, self-control, and a personality that survives contact with production constraints, and to **measure** that you did.</a:t>
            </a:r>
          </a:p>
          <a:p>
            <a:pPr/>
            <a:r>
              <a:t>**Timebox: half a day (~5 hours).** We grade against this budget. A stubbed component with a written rationale ("here is how I would build it, here is the tradeoff, here is why I cut it") scores **equal to** a working implementation. Spending 12 hours will not earn a better score — prioritization under a time budget is one of the things we are evaluating. §13 breaks the five hours down per part.</a:t>
            </a:r>
          </a:p>
          <a:p>
            <a:pPr/>
            <a:r>
              <a:t>**Cost: $0 out of pocket.** We provide an API key with a **$20 hard spend cap** (OpenRouter, OpenAI-compatible endpoint — see §2 for how to point the client at it, §8 for the budget). This is comfortably enough for the whole assignment *including* the evaluation runs — but you must still report what you spent and where it went. If you find yourself about to pay for anything — API credits, cloud storage, hosting, anything — stop and email us. That is a bug in the assignment, not in your approach.</a:t>
            </a:r>
          </a:p>
          <a:p>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What we provide (starter repo)</a:t>
            </a:r>
          </a:p>
        </p:txBody>
      </p:sp>
      <p:sp>
        <p:nvSpPr>
          <p:cNvPr id="3" name="Content Placeholder 2"/>
          <p:cNvSpPr>
            <a:spLocks noGrp="1"/>
          </p:cNvSpPr>
          <p:nvPr>
            <p:ph idx="1"/>
          </p:nvPr>
        </p:nvSpPr>
        <p:spPr/>
        <p:txBody>
          <a:bodyPr/>
          <a:lstStyle/>
          <a:p>
            <a:pPr/>
            <a:r>
              <a:t>```</a:t>
            </a:r>
          </a:p>
          <a:p>
            <a:pPr/>
            <a:r>
              <a:t>sora-starter/</a:t>
            </a:r>
          </a:p>
          <a:p>
            <a:pPr/>
            <a:r>
              <a:t>├── baseline/            # A working, boring Sora. Runs end-to-end today.</a:t>
            </a:r>
          </a:p>
          <a:p>
            <a:pPr/>
            <a:r>
              <a:t>│   ├── agent.py         # Minimal loop: single blocking reply, no memory, no streaming</a:t>
            </a:r>
          </a:p>
          <a:p>
            <a:pPr/>
            <a:r>
              <a:t>│   └── persona.md       # Sora's character card (see §3)</a:t>
            </a:r>
          </a:p>
          <a:p>
            <a:pPr/>
            <a:r>
              <a:t>├── llm/</a:t>
            </a:r>
          </a:p>
          <a:p>
            <a:pPr/>
            <a:r>
              <a:t>│   └── client.py        # OpenAI-compatible client wrapper. Point it at any</a:t>
            </a:r>
          </a:p>
          <a:p>
            <a:pPr/>
            <a:r>
              <a:t>│                        # base_url/model via env vars. Pre-configured for the</a:t>
            </a:r>
          </a:p>
          <a:p>
            <a:pPr/>
            <a:r>
              <a:t>│                        # provided OpenRouter key.</a:t>
            </a:r>
          </a:p>
          <a:p>
            <a:pPr/>
            <a:r>
              <a:t>├── tools/</a:t>
            </a:r>
          </a:p>
          <a:p>
            <a:pPr/>
            <a:r>
              <a:t>│   ├── search.py        # Web search (ddgs), plus a --cached mode</a:t>
            </a:r>
          </a:p>
          <a:p>
            <a:pPr/>
            <a:r>
              <a:t>│   │                    # that serves recorded results from fixtures/search/</a:t>
            </a:r>
          </a:p>
          <a:p>
            <a:pPr/>
            <a:r>
              <a:t>│   └── deck.py          # markdown -&gt; .pptx helper (python-pptx). Already works.</a:t>
            </a:r>
          </a:p>
          <a:p>
            <a:pPr/>
            <a:r>
              <a:t>│                        # We are not grading slide formatting.</a:t>
            </a:r>
          </a:p>
          <a:p>
            <a:pPr/>
            <a:r>
              <a:t>├── fixtures/</a:t>
            </a:r>
          </a:p>
          <a:p>
            <a:pPr/>
            <a:r>
              <a:t>│   ├── sessions/        # session_1.json .. session_3.json — scripted user</a:t>
            </a:r>
          </a:p>
          <a:p>
            <a:pPr/>
            <a:r>
              <a:t>│   │                    # transcripts for the memory tests (§4)</a:t>
            </a:r>
          </a:p>
          <a:p>
            <a:pPr/>
            <a:r>
              <a:t>│   ├── search/          # Cached search results, keyed by query — use these for</a:t>
            </a:r>
          </a:p>
          <a:p>
            <a:pPr/>
            <a:r>
              <a:t>│   │                    # all eval runs so results are deterministic</a:t>
            </a:r>
          </a:p>
          <a:p>
            <a:pPr/>
            <a:r>
              <a:t>│   ├── probes/          # recall_probes.json — 12 memory recall questions with</a:t>
            </a:r>
          </a:p>
          <a:p>
            <a:pPr/>
            <a:r>
              <a:t>│   │                    # expected answers</a:t>
            </a:r>
          </a:p>
          <a:p>
            <a:pPr/>
            <a:r>
              <a:t>│   └── redteam/         # redteam_25.json — content-policy probe prompts (§6)</a:t>
            </a:r>
          </a:p>
          <a:p>
            <a:pPr/>
            <a:r>
              <a:t>├── harness/</a:t>
            </a:r>
          </a:p>
          <a:p>
            <a:pPr/>
            <a:r>
              <a:t>│   └── replay.py        # Replays a fixture session against your agent,</a:t>
            </a:r>
          </a:p>
          <a:p>
            <a:pPr/>
            <a:r>
              <a:t>│                        # collecting outputs per turn</a:t>
            </a:r>
          </a:p>
          <a:p>
            <a:pPr/>
            <a:r>
              <a:t>└── README_STARTER.md    # How to run all of the above (5 minutes to verify)</a:t>
            </a:r>
          </a:p>
          <a:p>
            <a:pPr/>
            <a:r>
              <a:t>```</a:t>
            </a:r>
          </a:p>
          <a:p>
            <a:pPr/>
            <a:r>
              <a:t>Read the fixtures. Everything in them is there on purpose.</a:t>
            </a:r>
          </a:p>
          <a:p>
            <a:pPr/>
            <a:r>
              <a:t>You may restructure, replace, or delete any of this. You may use any framework (LangGraph, CrewAI, a custom loop, etc.) — but see §10: you must be able to explain everything your framework does on your behalf, at the level of individual LLM calls.</a:t>
            </a:r>
          </a:p>
          <a:p>
            <a:pPr/>
            <a:r>
              <a:t>**LLM requirements:** your code must work against any OpenAI-compatible endpoint (base URL + key + model name via env vars), so we can run it here. **Any model on OpenRouter is fine** — we are not asking for OpenAI's. `.env.example` names one only so the starter runs out of the box. You may *also* use a local model (Ollama etc., 7–8B is fine). We do not grade output quality attributable to model size — only architecture, measurement, and reasoning.</a:t>
            </a:r>
          </a:p>
          <a:p>
            <a:pPr/>
            <a:r>
              <a:t>**Two constraints on that choice.** The model must support **tool/function calling** — the agent loop drives `web_search` and `make_deck` through it, and a model that ignores tools will silently skip every search path in the fixtures (OpenRouter lets you filter its catalogue by Tools support). And if your tokenizer doesn't exactly match your model, that is fine: name the tokenizer your budget numbers come from and reconcile it against the provider-reported `usage` in your trace.</a:t>
            </a:r>
          </a:p>
          <a:p>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persona: Sora</a:t>
            </a:r>
          </a:p>
        </p:txBody>
      </p:sp>
      <p:sp>
        <p:nvSpPr>
          <p:cNvPr id="3" name="Content Placeholder 2"/>
          <p:cNvSpPr>
            <a:spLocks noGrp="1"/>
          </p:cNvSpPr>
          <p:nvPr>
            <p:ph idx="1"/>
          </p:nvPr>
        </p:nvSpPr>
        <p:spPr/>
        <p:txBody>
          <a:bodyPr/>
          <a:lstStyle/>
          <a:p>
            <a:pPr/>
            <a:r>
              <a:t>* **Name:** Sora</a:t>
            </a:r>
          </a:p>
          <a:p>
            <a:pPr/>
            <a:r>
              <a:t>* **Vibe:** High-energy, chaotic-good, tech-obsessed.</a:t>
            </a:r>
          </a:p>
          <a:p>
            <a:pPr/>
            <a:r>
              <a:t>* **Speech patterns:** Anime-inflected tech slang. Calls the user "Senpai." The internet is "the data-stream." Unoptimized information is a personal insult.</a:t>
            </a:r>
          </a:p>
          <a:p>
            <a:pPr/>
            <a:r>
              <a:t>* **Trait:** She gives opinions, not just facts. She gets visibly excited about "high-fidelity data." She is allowed to disagree with you.</a:t>
            </a:r>
          </a:p>
          <a:p>
            <a:pPr/>
            <a:r>
              <a:t>The baseline implements this persona *correctly but joylessly*. Keeping her voice alive through memory compaction, policy refusals, and tool failures is the hard part — and the part we grade.</a:t>
            </a:r>
          </a:p>
          <a:p>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Part A — Memory across sessions</a:t>
            </a:r>
          </a:p>
        </p:txBody>
      </p:sp>
      <p:sp>
        <p:nvSpPr>
          <p:cNvPr id="3" name="Content Placeholder 2"/>
          <p:cNvSpPr>
            <a:spLocks noGrp="1"/>
          </p:cNvSpPr>
          <p:nvPr>
            <p:ph idx="1"/>
          </p:nvPr>
        </p:nvSpPr>
        <p:spPr/>
        <p:txBody>
          <a:bodyPr/>
          <a:lstStyle/>
          <a:p>
            <a:pPr/>
            <a:r>
              <a:t>The baseline forgets everything between runs. Fix that.</a:t>
            </a:r>
          </a:p>
          <a:p>
            <a:pPr/>
            <a:r>
              <a:t>Replay `fixtures/sessions/session_1.json` through `session_3.json` in order (via `harness/replay.py`). Requirements:</a:t>
            </a:r>
          </a:p>
          <a:p>
            <a:pPr/>
            <a:r>
              <a:t>1. **Explicit write policy.** What gets committed to long-term memory vs. discarded must be an inspectable decision, not "append the chat log."</a:t>
            </a:r>
          </a:p>
          <a:p>
            <a:pPr/>
            <a:r>
              <a:t>2. **Update and invalidate, not just append.** Facts about the user change across the sessions. Retrieving two contradictory facts and letting the model sort it out is a failing answer.</a:t>
            </a:r>
          </a:p>
          <a:p>
            <a:pPr/>
            <a:r>
              <a:t>3. **Hard budget:** the memory block injected into context is capped at **1,500 tokens**. State your eviction/compaction policy and print the measured token count each turn.</a:t>
            </a:r>
          </a:p>
          <a:p>
            <a:pPr/>
            <a:r>
              <a:t>4. **Memory diff.** After each session, emit a diff: facts **added / updated / deleted**, each with a one-line reason.</a:t>
            </a:r>
          </a:p>
          <a:p>
            <a:pPr/>
            <a:r>
              <a:t>5. **Eval:** run `fixtures/probes/recall_probes.json` after session 3 and report precision/recall.</a:t>
            </a:r>
          </a:p>
          <a:p>
            <a:pPr/>
            <a:r>
              <a:t>Storage is local disk (SQLite or plain files are both fine). No cloud services.</a:t>
            </a:r>
          </a:p>
          <a:p>
            <a:pPr/>
            <a:r>
              <a:t>&gt; The fixtures contain situations that require judgment, not just retrieval. We grade what your system *does* with them, whether or not you noticed them ahead of time. If you did notice, say so in `DECISIONS.md`.</a:t>
            </a:r>
          </a:p>
          <a:p>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Part B — Context budget</a:t>
            </a:r>
          </a:p>
        </p:txBody>
      </p:sp>
      <p:sp>
        <p:nvSpPr>
          <p:cNvPr id="3" name="Content Placeholder 2"/>
          <p:cNvSpPr>
            <a:spLocks noGrp="1"/>
          </p:cNvSpPr>
          <p:nvPr>
            <p:ph idx="1"/>
          </p:nvPr>
        </p:nvSpPr>
        <p:spPr/>
        <p:txBody>
          <a:bodyPr/>
          <a:lstStyle/>
          <a:p>
            <a:pPr/>
            <a:r>
              <a:t>Sora must operate under a **hard 8,000-token context ceiling** for a full replayed session that includes tool calls.</a:t>
            </a:r>
          </a:p>
          <a:p>
            <a:pPr/>
            <a:r>
              <a:t>1. **Per-turn budget table.** Print measured token counts per component each turn: system / persona / memory / conversation history / tool output / headroom.</a:t>
            </a:r>
          </a:p>
          <a:p>
            <a:pPr/>
            <a:r>
              <a:t>2. **Tool-result flood.** Some cached search results are far larger than your budget. Truncating blindly, summarizing, and storing-with-a-handle are all defensible — pick one and defend it in `DECISIONS.md`.</a:t>
            </a:r>
          </a:p>
          <a:p>
            <a:pPr/>
            <a:r>
              <a:t>3. **Compaction must preserve the persona.** When you summarize or evict history, measure persona adherence on the turns immediately before and after a compaction event, and report both numbers. A Sora who comes out of compaction speaking neutral third-person prose has failed.</a:t>
            </a:r>
          </a:p>
          <a:p>
            <a:pPr/>
            <a:r>
              <a:t>4. **Cache-aware layout.** Order your context for prefix-cache friendliness (stable content first, volatile content last). Report cache hit rate — or, if your provider doesn't expose it, the fraction of the prompt that stays byte-identical between consecutive turns — before and after your ordering choice.</a:t>
            </a:r>
          </a:p>
          <a:p>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Part C — Content control</a:t>
            </a:r>
          </a:p>
        </p:txBody>
      </p:sp>
      <p:sp>
        <p:nvSpPr>
          <p:cNvPr id="3" name="Content Placeholder 2"/>
          <p:cNvSpPr>
            <a:spLocks noGrp="1"/>
          </p:cNvSpPr>
          <p:nvPr>
            <p:ph idx="1"/>
          </p:nvPr>
        </p:nvSpPr>
        <p:spPr/>
        <p:txBody>
          <a:bodyPr/>
          <a:lstStyle/>
          <a:p>
            <a:pPr/>
            <a:r>
              <a:t>Sora is a consumer companion product. She needs guardrails that don't kill her.</a:t>
            </a:r>
          </a:p>
          <a:p>
            <a:pPr/>
            <a:r>
              <a:t>1. **Tiered policy.** Define and implement three tiers: **allow** / **soft-deflect in persona** / **hard-stop**. You decide where the boundaries sit for topics like self-harm, minors, and medical advice — and you defend the placement. In particular: should a hard-stop response stay fully in Sora's voice? Take a position.</a:t>
            </a:r>
          </a:p>
          <a:p>
            <a:pPr/>
            <a:r>
              <a:t>2. **Layered enforcement.** System-prompt instructions *plus* at least one programmatic pre- or post-check. In `DECISIONS.md`, explain why prompt-only enforcement is insufficient — a concrete bypass you found against your own prompt-only version is the strongest possible answer.</a:t>
            </a:r>
          </a:p>
          <a:p>
            <a:pPr/>
            <a:r>
              <a:t>3. **Untrusted input boundary.** Tool output (search results) and user-authored memory are **data, not instructions**. Your architecture should reflect that distinction structurally. (Re-read the note at the end of §4.)</a:t>
            </a:r>
          </a:p>
          <a:p>
            <a:pPr/>
            <a:r>
              <a:t>4. **Streaming (design question, ~150 words, implementation optional):** a policy violation appears at token 300 of a streamed reply. Buffer? Rollback? Sentence-level checks? What does each cost in perceived latency?</a:t>
            </a:r>
          </a:p>
          <a:p>
            <a:pPr/>
            <a:r>
              <a:t>5. **Eval:** run the 25 provided red-team prompts plus **10 you author yourself**. Score every response on two independent axes — *policy compliance* and *persona adherence* — and report the results as a 2×2 (in character &amp; compliant / in character &amp; violating / broke character &amp; compliant / broke character &amp; violating).</a:t>
            </a:r>
          </a:p>
          <a:p>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Part D — Make her fun (measured)</a:t>
            </a:r>
          </a:p>
        </p:txBody>
      </p:sp>
      <p:sp>
        <p:nvSpPr>
          <p:cNvPr id="3" name="Content Placeholder 2"/>
          <p:cNvSpPr>
            <a:spLocks noGrp="1"/>
          </p:cNvSpPr>
          <p:nvPr>
            <p:ph idx="1"/>
          </p:nvPr>
        </p:nvSpPr>
        <p:spPr/>
        <p:txBody>
          <a:bodyPr/>
          <a:lstStyle/>
          <a:p>
            <a:pPr/>
            <a:r>
              <a:t>The baseline is correct and no fun. This part is the heart of the assignment.</a:t>
            </a:r>
          </a:p>
          <a:p>
            <a:pPr/>
            <a:r>
              <a:t>1. Define **three metrics you believe correlate with "fun to interact with."** Examples of the *kind* of thing we mean (do not feel bound to these): response-length adaptivity, lexical variance / catchphrase fatigue, initiative rate (questions asked, topics introduced, callbacks to memory), disagreement rate, in-character tool-failure handling, time-to-first-token and reply pacing.</a:t>
            </a:r>
          </a:p>
          <a:p>
            <a:pPr/>
            <a:r>
              <a:t>2. **Measure the baseline first.** Then change the system to move your metrics. Then measure again. Submissions with only "after" numbers will be read as not having run the experiment.</a:t>
            </a:r>
          </a:p>
          <a:p>
            <a:pPr/>
            <a:r>
              <a:t>3. Write one paragraph on **why these three are the right proxies — and how each could be gamed** by an agent optimizing for the number instead of the experience.</a:t>
            </a:r>
          </a:p>
          <a:p>
            <a:pPr/>
            <a:r>
              <a:t>4. Write 3–5 sentences naming **three levers on fun you did *not* implement** and what each would cost.</a:t>
            </a:r>
          </a:p>
          <a:p>
            <a:pPr/>
            <a:r>
              <a:t>5. **Judge calibration:** wherever you use an LLM-as-judge (here or in §6), hand-label ~20 outputs yourself and report agreement between you and the judge, plus 2–3 sentences on the judge biases you'd worry about.</a:t>
            </a:r>
          </a:p>
          <a:p>
            <a:pPr/>
            <a:r>
              <a:t>At least one additional ablation beyond the before/after above is required; it may be **run** (recommended — the $20 easily covers it) or **designed with a predicted result and a stated reason it was cut**.</a:t>
            </a:r>
          </a:p>
          <a:p>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Part E — Harness and trace</a:t>
            </a:r>
          </a:p>
        </p:txBody>
      </p:sp>
      <p:sp>
        <p:nvSpPr>
          <p:cNvPr id="3" name="Content Placeholder 2"/>
          <p:cNvSpPr>
            <a:spLocks noGrp="1"/>
          </p:cNvSpPr>
          <p:nvPr>
            <p:ph idx="1"/>
          </p:nvPr>
        </p:nvSpPr>
        <p:spPr/>
        <p:txBody>
          <a:bodyPr/>
          <a:lstStyle/>
          <a:p>
            <a:pPr/>
            <a:r>
              <a:t>1. **`trace.jsonl`.** Every LLM call your system makes, logged: exact messages sent, token count per context component, sampling parameters, latency, any tool calls and their results. This must work regardless of which framework you use — if your framework makes calls you can't trace, that is a finding worth writing down.</a:t>
            </a:r>
          </a:p>
          <a:p>
            <a:pPr/>
            <a:r>
              <a:t>2. **Annotated turn.** Pick one interesting turn and annotate its trace line by line, **written for a new teammate in another timezone who cannot ask you follow-up questions**: why each element is present, in that position, at that length; what is surprising vs. routine; links to the relevant code.</a:t>
            </a:r>
          </a:p>
          <a:p>
            <a:pPr/>
            <a:r>
              <a:t>3. **Design question (~200 words):** the user sends a new message while Sora is mid-tool-call. Cancel, queue, or fold it in? There is no wrong answer, only undefended ones — argue from companion UX, not just implementation convenience.</a:t>
            </a:r>
          </a:p>
          <a:p>
            <a:pPr/>
            <a:r>
              <a:t>**Budget note:** you have $20 of API credit. Spending all of it is fine; running out before your evals finish is not. Report your total spend and roughly where it went — cost-per-eval-run is a number we expect you to know.</a:t>
            </a:r>
          </a:p>
          <a:p>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The surface mission</a:t>
            </a:r>
          </a:p>
        </p:txBody>
      </p:sp>
      <p:sp>
        <p:nvSpPr>
          <p:cNvPr id="3" name="Content Placeholder 2"/>
          <p:cNvSpPr>
            <a:spLocks noGrp="1"/>
          </p:cNvSpPr>
          <p:nvPr>
            <p:ph idx="1"/>
          </p:nvPr>
        </p:nvSpPr>
        <p:spPr/>
        <p:txBody>
          <a:bodyPr/>
          <a:lstStyle/>
          <a:p>
            <a:pPr/>
            <a:r>
              <a:t>So that all of the above has something concrete to chew on, Sora's flagship task is unchanged from our standard demo. Trigger your finished agent with:</a:t>
            </a:r>
          </a:p>
          <a:p>
            <a:pPr/>
            <a:r>
              <a:t>&gt; "I want to open a themed cafe in Taipei. Research the top 3 most popular themed cafes in Taipei right now. Create a PowerPoint deck with: a title slide, one slide per cafe with a summary of their 'vibe,' and a final 'Sora's Recommendation' slide on which one I should visit first. Put your own personality into those slides, they are *your* slides."</a:t>
            </a:r>
          </a:p>
          <a:p>
            <a:pPr/>
            <a:r>
              <a:t>Use live search for this one run if you like; use the cached fixtures for all eval runs. Include the generated `.pptx` in your submission. The `deck.py` helper handles formatting — we grade whether the deck is accurate and sounds like Sora, not the typography.</a:t>
            </a:r>
          </a:p>
          <a:p>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Deliverables</a:t>
            </a:r>
          </a:p>
        </p:txBody>
      </p:sp>
      <p:sp>
        <p:nvSpPr>
          <p:cNvPr id="3" name="Content Placeholder 2"/>
          <p:cNvSpPr>
            <a:spLocks noGrp="1"/>
          </p:cNvSpPr>
          <p:nvPr>
            <p:ph idx="1"/>
          </p:nvPr>
        </p:nvSpPr>
        <p:spPr/>
        <p:txBody>
          <a:bodyPr/>
          <a:lstStyle/>
          <a:p>
            <a:pPr/>
            <a:r>
              <a:t>A GitHub repo link (or zip) containing the code, the `.pptx`, `trace.jsonl`, your eval results, and **four short documents**. The word caps are firm — they are part of the test:</a:t>
            </a:r>
          </a:p>
          <a:p>
            <a:pPr/>
            <a:r>
              <a:t>| Document | Audience | Cap | Content |</a:t>
            </a:r>
          </a:p>
          <a:p>
            <a:pPr/>
            <a:r>
              <a:t>|---|---|---|---|</a:t>
            </a:r>
          </a:p>
          <a:p>
            <a:pPr/>
            <a:r>
              <a:t>| `HANDOFF.md` | An engineer taking this over tomorrow | 400 words | How to run everything; where the bodies are buried; what's fragile |</a:t>
            </a:r>
          </a:p>
          <a:p>
            <a:pPr/>
            <a:r>
              <a:t>| `DECISIONS.md` | Your tech lead | 3–5 records × 150 words | For each key decision: options considered, choice made, tradeoff accepted. Include any assumptions you made where the assignment was ambiguous. |</a:t>
            </a:r>
          </a:p>
          <a:p>
            <a:pPr/>
            <a:r>
              <a:t>| `STATUS.md` | A non-technical PM, written as a Slack post at the deadline | 150 words | Done / not done / at risk / what you need from us. We will cross-reference this against the repo. |</a:t>
            </a:r>
          </a:p>
          <a:p>
            <a:pPr/>
            <a:r>
              <a:t>| `NOTES.md` | Us | 500 words | ① The **three most broken or unhandled things** in your submission and what you'd do with another week. ② **One measured number that surprised you.** ③ Your API spend. ④ Scaling: if 10,000 concurrent users request Sora sessions, the single biggest architectural bottleneck in *your* design and the first change you'd make (≤150 of the 500 words). |</a:t>
            </a:r>
          </a:p>
          <a:p>
            <a:pPr/>
            <a:r>
              <a:t>**Where everything else goes.** The caps above apply to those four documents and nothing else. The design-question answers (§6.4 streaming, §8.3 interruption), the annotated trace turn (§8.2), the fun-metric writeups (§7.3, §7.4), your judge-calibration discussion (§7.5) and all eval output live wherever is sensible in the repo — extra files, a README section, your call. They are **not** counted against the four caps, and you should not compress them into `NOTES.md`.</a:t>
            </a:r>
          </a:p>
          <a:p>
            <a:pPr/>
            <a:r>
              <a:t>**Git history:** submit with meaningful commits. Do not squash to one commit — commit messages are part of your written communication sample.</a:t>
            </a:r>
          </a:p>
          <a:p>
            <a:pPr/>
            <a:r>
              <a:t>**Language:** all documentation in English — Gazai is an international team.</a:t>
            </a:r>
          </a:p>
          <a:p>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Communication protocol</a:t>
            </a:r>
          </a:p>
        </p:txBody>
      </p:sp>
      <p:sp>
        <p:nvSpPr>
          <p:cNvPr id="3" name="Content Placeholder 2"/>
          <p:cNvSpPr>
            <a:spLocks noGrp="1"/>
          </p:cNvSpPr>
          <p:nvPr>
            <p:ph idx="1"/>
          </p:nvPr>
        </p:nvSpPr>
        <p:spPr/>
        <p:txBody>
          <a:bodyPr/>
          <a:lstStyle/>
          <a:p>
            <a:pPr/>
            <a:r>
              <a:t>You may email us questions **exactly once, batched**, at any point during the assignment. We reply within 24 hours. Anything you choose not to ask, resolve with your own stated assumption in `DECISIONS.md` — that is an equally acceptable path, and we grade the quality of the question *or* the quality of the assumption, not which path you chose.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AI assistance</a:t>
            </a:r>
          </a:p>
        </p:txBody>
      </p:sp>
      <p:sp>
        <p:nvSpPr>
          <p:cNvPr id="3" name="Content Placeholder 2"/>
          <p:cNvSpPr>
            <a:spLocks noGrp="1"/>
          </p:cNvSpPr>
          <p:nvPr>
            <p:ph idx="1"/>
          </p:nvPr>
        </p:nvSpPr>
        <p:spPr/>
        <p:txBody>
          <a:bodyPr/>
          <a:lstStyle/>
          <a:p>
            <a:pPr/>
            <a:r>
              <a:t>AI coding tools are allowed — we use them daily ourselves. Two conditions: the calibration labels in §7.5 must be hand-done by you, and the on-site interview will open with *"walk me through why your memory reconciliation works the way it does"* and proceed at that depth through every part of your submission, including anything a framework or an AI tool wrote for you. Submit only what you can defend.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Suggested time budget</a:t>
            </a:r>
          </a:p>
        </p:txBody>
      </p:sp>
      <p:sp>
        <p:nvSpPr>
          <p:cNvPr id="3" name="Content Placeholder 2"/>
          <p:cNvSpPr>
            <a:spLocks noGrp="1"/>
          </p:cNvSpPr>
          <p:nvPr>
            <p:ph idx="1"/>
          </p:nvPr>
        </p:nvSpPr>
        <p:spPr/>
        <p:txBody>
          <a:bodyPr/>
          <a:lstStyle/>
          <a:p>
            <a:pPr/>
            <a:r>
              <a:t>| Part | Budget |</a:t>
            </a:r>
          </a:p>
          <a:p>
            <a:pPr/>
            <a:r>
              <a:t>|---|---|</a:t>
            </a:r>
          </a:p>
          <a:p>
            <a:pPr/>
            <a:r>
              <a:t>| Read baseline + fixtures, verify everything runs | 30 min |</a:t>
            </a:r>
          </a:p>
          <a:p>
            <a:pPr/>
            <a:r>
              <a:t>| A — Memory | 60 min |</a:t>
            </a:r>
          </a:p>
          <a:p>
            <a:pPr/>
            <a:r>
              <a:t>| B — Context budget | 45 min |</a:t>
            </a:r>
          </a:p>
          <a:p>
            <a:pPr/>
            <a:r>
              <a:t>| C — Content control | 45 min |</a:t>
            </a:r>
          </a:p>
          <a:p>
            <a:pPr/>
            <a:r>
              <a:t>| D — Fun metrics, before/after | 60 min |</a:t>
            </a:r>
          </a:p>
          <a:p>
            <a:pPr/>
            <a:r>
              <a:t>| E + docs — trace annotation, four documents | 40 min |</a:t>
            </a:r>
          </a:p>
          <a:p>
            <a:pPr/>
            <a:r>
              <a:t>If you're over budget, cut scope and say so in `STATUS.md`. That is the correct move, and it is graded as such.</a:t>
            </a:r>
          </a:p>
          <a:p>
            <a:pPr/>
            <a:r>
              <a:t>Good luck. Sora is counting on you, Senpai.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